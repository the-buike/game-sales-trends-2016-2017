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Video Game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Strategic Insights for 2017 Marketing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Ice Online Store |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Key Findings:</a:t>
            </a:r>
          </a:p>
          <a:p>
            <a:pPr>
              <a:defRPr sz="1600"/>
            </a:pPr>
            <a:r>
              <a:t>Analyzed 16,715 video games from 1980-2016</a:t>
            </a:r>
          </a:p>
          <a:p>
            <a:pPr>
              <a:defRPr sz="1600"/>
            </a:pPr>
            <a:r>
              <a:t>Market is less crowded: 500 games in 2016 vs 1,400+ in 2008</a:t>
            </a:r>
          </a:p>
          <a:p>
            <a:pPr>
              <a:defRPr sz="1600"/>
            </a:pPr>
            <a:r>
              <a:t>Sales are highly skewed: few blockbusters drive most revenue</a:t>
            </a:r>
          </a:p>
          <a:p>
            <a:pPr>
              <a:defRPr sz="1600"/>
            </a:pPr>
            <a:r>
              <a:t>Top 5 platforms generate ~80% of total revenue</a:t>
            </a:r>
          </a:p>
          <a:p>
            <a:pPr>
              <a:defRPr sz="1600"/>
            </a:pPr>
            <a:r>
              <a:t>2014-2016 data provides most relevant insights for 2017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Challenge</a:t>
            </a:r>
          </a:p>
          <a:p>
            <a:pPr>
              <a:defRPr sz="1600"/>
            </a:pPr>
            <a:r>
              <a:t>Ice needs to identify which video games to promote in 2017 to maximize return on marketing investment</a:t>
            </a:r>
          </a:p>
          <a:p/>
          <a:p>
            <a:pPr>
              <a:defRPr b="1" sz="1800"/>
            </a:pPr>
            <a:r>
              <a:t>Goals</a:t>
            </a:r>
          </a:p>
          <a:p>
            <a:pPr>
              <a:defRPr sz="1600"/>
            </a:pPr>
            <a:r>
              <a:t>Identify genres and platforms with highest sales potential</a:t>
            </a:r>
          </a:p>
          <a:p>
            <a:pPr>
              <a:defRPr sz="1600"/>
            </a:pPr>
            <a:r>
              <a:t>Understand regional market preferences</a:t>
            </a:r>
          </a:p>
          <a:p>
            <a:pPr>
              <a:defRPr sz="1600"/>
            </a:pPr>
            <a:r>
              <a:t>Determine key success factors for game performance</a:t>
            </a:r>
          </a:p>
          <a:p>
            <a:pPr>
              <a:defRPr sz="1600"/>
            </a:pPr>
            <a:r>
              <a:t>Optimize advertising budget allocation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Trend: Less Competition in 2017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Game releases have declined 64% from peak</a:t>
            </a:r>
          </a:p>
          <a:p/>
          <a:p>
            <a:pPr>
              <a:defRPr sz="1600"/>
            </a:pPr>
            <a:r>
              <a:t>2008 (Peak): 1,400+ games released</a:t>
            </a:r>
          </a:p>
          <a:p>
            <a:pPr>
              <a:defRPr sz="1600"/>
            </a:pPr>
            <a:r>
              <a:t>2016: ~500 games released</a:t>
            </a:r>
          </a:p>
          <a:p>
            <a:pPr>
              <a:defRPr sz="1600" b="1">
                <a:solidFill>
                  <a:srgbClr val="006600"/>
                </a:solidFill>
              </a:defRPr>
            </a:pPr>
            <a:r>
              <a:t>Implication: Better visibility for promoted titles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Finding: Sales Are Highly Skewed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 few blockbusters drive most revenue</a:t>
            </a:r>
          </a:p>
          <a:p/>
          <a:p>
            <a:pPr>
              <a:defRPr sz="1600"/>
            </a:pPr>
            <a:r>
              <a:t>Mean sales consistently higher than median across all years</a:t>
            </a:r>
          </a:p>
          <a:p>
            <a:pPr>
              <a:defRPr sz="1600"/>
            </a:pPr>
            <a:r>
              <a:t>Top 10% of games generate 70-80% of total revenue</a:t>
            </a:r>
          </a:p>
          <a:p>
            <a:pPr>
              <a:defRPr sz="1600"/>
            </a:pPr>
            <a:r>
              <a:t>Bottom 50% of games have minimal market impact</a:t>
            </a:r>
          </a:p>
          <a:p/>
          <a:p>
            <a:pPr>
              <a:defRPr b="1" sz="1800">
                <a:solidFill>
                  <a:srgbClr val="003366"/>
                </a:solidFill>
              </a:defRPr>
            </a:pPr>
            <a:r>
              <a:t>Strategic Implication</a:t>
            </a:r>
          </a:p>
          <a:p>
            <a:pPr>
              <a:defRPr sz="1600" i="1"/>
            </a:pPr>
            <a:r>
              <a:t>Cannot spread marketing budget evenly. Must focus on games with proven success characteristics.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Performance: Focus on Winners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Top Revenue Platforms</a:t>
            </a:r>
          </a:p>
          <a:p>
            <a:pPr>
              <a:defRPr sz="1600"/>
            </a:pPr>
            <a:r>
              <a:t>PlayStation 2 (PS2) - 150M+ units in peak years</a:t>
            </a:r>
          </a:p>
          <a:p>
            <a:pPr>
              <a:defRPr sz="1600"/>
            </a:pPr>
            <a:r>
              <a:t>Wii - Dominated mid-2000s</a:t>
            </a:r>
          </a:p>
          <a:p>
            <a:pPr>
              <a:defRPr sz="1600"/>
            </a:pPr>
            <a:r>
              <a:t>PlayStation 3 (PS3) - Consistent performer</a:t>
            </a:r>
          </a:p>
          <a:p>
            <a:pPr>
              <a:defRPr sz="1600"/>
            </a:pPr>
            <a:r>
              <a:t>Xbox 360 - Major market presence</a:t>
            </a:r>
          </a:p>
          <a:p>
            <a:pPr>
              <a:defRPr sz="1600"/>
            </a:pPr>
            <a:r>
              <a:t>PlayStation 1 (PS1) - Strong legacy</a:t>
            </a:r>
          </a:p>
          <a:p/>
          <a:p>
            <a:pPr>
              <a:defRPr b="1" sz="1600">
                <a:solidFill>
                  <a:srgbClr val="006600"/>
                </a:solidFill>
              </a:defRPr>
            </a:pPr>
            <a:r>
              <a:t>Key Insight: Top 5 platforms drive ~80% of revenue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Focus on 2014-2016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Most relevant for 2017 predictions</a:t>
            </a:r>
          </a:p>
          <a:p/>
          <a:p>
            <a:pPr>
              <a:defRPr sz="1600"/>
            </a:pPr>
            <a:r>
              <a:t>Reflects current console generation</a:t>
            </a:r>
          </a:p>
          <a:p>
            <a:pPr>
              <a:defRPr sz="1600"/>
            </a:pPr>
            <a:r>
              <a:t>Similar market dynamics to 2017</a:t>
            </a:r>
          </a:p>
          <a:p>
            <a:pPr>
              <a:defRPr sz="1600"/>
            </a:pPr>
            <a:r>
              <a:t>1,500+ games provide robust sample size</a:t>
            </a:r>
          </a:p>
          <a:p>
            <a:pPr>
              <a:defRPr sz="1600"/>
            </a:pPr>
            <a:r>
              <a:t>Stable sales patterns and trends</a:t>
            </a:r>
          </a:p>
          <a:p/>
          <a:p>
            <a:pPr>
              <a:defRPr sz="1400" i="1"/>
            </a:pPr>
            <a:r>
              <a:t>Earlier data reflects outdated market conditions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 for 2017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>
                <a:solidFill>
                  <a:srgbClr val="003366"/>
                </a:solidFill>
              </a:defRPr>
            </a:pPr>
            <a:r>
              <a:t>1. Platform Focus</a:t>
            </a:r>
          </a:p>
          <a:p>
            <a:pPr lvl="1">
              <a:defRPr sz="1400"/>
            </a:pPr>
            <a:r>
              <a:t>Concentrate marketing on top 5 platforms with proven track records</a:t>
            </a:r>
          </a:p>
          <a:p/>
          <a:p>
            <a:pPr>
              <a:defRPr b="1" sz="1600">
                <a:solidFill>
                  <a:srgbClr val="003366"/>
                </a:solidFill>
              </a:defRPr>
            </a:pPr>
            <a:r>
              <a:t>2. Selection Criteria</a:t>
            </a:r>
          </a:p>
          <a:p>
            <a:pPr lvl="1">
              <a:defRPr sz="1400"/>
            </a:pPr>
            <a:r>
              <a:t>Only promote games with characteristics matching past high-performers</a:t>
            </a:r>
          </a:p>
          <a:p/>
          <a:p>
            <a:pPr>
              <a:defRPr b="1" sz="1600">
                <a:solidFill>
                  <a:srgbClr val="003366"/>
                </a:solidFill>
              </a:defRPr>
            </a:pPr>
            <a:r>
              <a:t>3. Budget Allocation</a:t>
            </a:r>
          </a:p>
          <a:p>
            <a:pPr lvl="1">
              <a:defRPr sz="1400"/>
            </a:pPr>
            <a:r>
              <a:t>Invest heavily in few potential winners vs. spreading thin across many titles</a:t>
            </a:r>
          </a:p>
          <a:p/>
          <a:p>
            <a:pPr>
              <a:defRPr b="1" sz="1600">
                <a:solidFill>
                  <a:srgbClr val="003366"/>
                </a:solidFill>
              </a:defRPr>
            </a:pPr>
            <a:r>
              <a:t>4. Market Opportunity</a:t>
            </a:r>
          </a:p>
          <a:p>
            <a:pPr lvl="1">
              <a:defRPr sz="1400"/>
            </a:pPr>
            <a:r>
              <a:t>Leverage less crowded market for better game visibility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in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Upcoming Deep Dives:</a:t>
            </a:r>
          </a:p>
          <a:p>
            <a:pPr>
              <a:defRPr sz="1600"/>
            </a:pPr>
            <a:r>
              <a:t>Genre performance analysis by region</a:t>
            </a:r>
          </a:p>
          <a:p>
            <a:pPr>
              <a:defRPr sz="1600"/>
            </a:pPr>
            <a:r>
              <a:t>Critic vs user score impact on sales</a:t>
            </a:r>
          </a:p>
          <a:p>
            <a:pPr>
              <a:defRPr sz="1600"/>
            </a:pPr>
            <a:r>
              <a:t>Regional market preferences (NA, EU, JP)</a:t>
            </a:r>
          </a:p>
          <a:p>
            <a:pPr>
              <a:defRPr sz="1600"/>
            </a:pPr>
            <a:r>
              <a:t>ESRB rating influence on performance</a:t>
            </a:r>
          </a:p>
          <a:p>
            <a:pPr>
              <a:defRPr sz="1600"/>
            </a:pPr>
            <a:r>
              <a:t>Final recommendation framework</a:t>
            </a:r>
          </a:p>
          <a:p/>
          <a:p>
            <a:pPr>
              <a:defRPr sz="1400" i="1"/>
            </a:pPr>
            <a:r>
              <a:t>Target: Complete analysis in 3-4 weeks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500"/>
            </a:pPr>
            <a:r>
              <a:t>• Optimized ROI: Focus budget on high-potential titles</a:t>
            </a:r>
          </a:p>
          <a:p>
            <a:pPr>
              <a:defRPr sz="1500"/>
            </a:pPr>
            <a:r>
              <a:t>• Data-Driven Decisions: Replace guesswork with proven patterns</a:t>
            </a:r>
          </a:p>
          <a:p>
            <a:pPr>
              <a:defRPr sz="1500"/>
            </a:pPr>
            <a:r>
              <a:t>• Competitive Advantage: Better game curation than competitors</a:t>
            </a:r>
          </a:p>
          <a:p>
            <a:pPr>
              <a:defRPr sz="1500"/>
            </a:pPr>
            <a:r>
              <a:t>• Revenue Growth: Align inventory with market demand</a:t>
            </a:r>
          </a:p>
          <a:p>
            <a:pPr>
              <a:defRPr sz="1500"/>
            </a:pPr>
            <a:r>
              <a:t>• Efficiency: Streamlined decision-making process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Analytics Team | Ice Online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